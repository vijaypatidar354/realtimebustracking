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Today we are excited to show you our Smart Bus Tracking system. We built this project to solve a problem we all experience: waiting at a bus stop without having any idea when the bus will actually arrive. Let's see how our system makes daily commuting simple, predictable, and safe.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this relatable scenario. Ask the reviewers: 'How often have you stood at a bus stop with no idea where the bus is?' This establishes the human need for the project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current apps fail for three reasons: passengers don't get live updates, drivers get dangerously distracted tapping screens, and operators can't afford expensive proprietary map licenses.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big picture: One unified platform that connects passengers, drivers, and owners seamlessly without expensive fees or complicated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4 roles. Highlight that each person gets a dedicated screen customized just for what they need to do, with no unnecessary clutter.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slide conversational: Step 1 driver drives, Step 2 server calculates speed and stops, Step 3 passenger sees it instantly. It's that simple.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the user-friendly design: passengers don't need to sign up just to see where the bus is. Anyone can open the link and check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one of the most interactive features in our project. Commuters let the system know they are waiting, and get an automatic pop-up alert the moment the bus pulls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driver safety. Reviewers love practical real-world considerations: by removing screen tapping while driving, our system protects lives.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'invisible bubble' analogy. It explains geofencing in plain English without confusing mathematical jargon.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our ETA works like a good navigation app: it understands that traffic changes, so it smooths out speed spikes and red light stops.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great real-world feature to highlight. Buses run round trips all day, and our system flips the route automatically at the terminal.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Fleet owners love this because it replaces confusing clipboards and phone calls with one clean, modern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user safety is built in from day one. Email OTP verification ensures only real, authorized drivers and owners can access the controls.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tech stack explanation simple and visual: React is the face, Node.js is the brain, WebSockets is the live phone line, and PostgreSQL is the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Reviewers frequently ask about costs. Show them this table to prove that choosing OpenStreetMap and Leaflet makes the project economically sustainable and free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this practical engineering detail: real mobile networks drop all the time in moving vehicles, and our app is built to handle that gracefully.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comparison table shows the reviewer exactly why our project is superior to old paper schedules and generic navigation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 these future ideas with excitement: mobile push notifications, UPI contactless ticketing, seat availability, and AI traffic predictions.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as your bridge to the live demo. Set the reviewer's expectations clearly so they know exactly what to look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the four main achievements with confidence. Remind the reviewers that this is a complete, working solution ready for real-world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 reviewers politely and invite their questions: 'Thank you for your time and attention. We are now ready to demonstrate the live application and welcome your questions.'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Calibri"/>
              </a:defRPr>
            </a:pPr>
            <a:r>
              <a:t>Smart Bus Tracking &amp;</a:t>
            </a:r>
            <a:br/>
            <a:r>
              <a:t>Fleet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E7490"/>
                </a:solidFill>
                <a:latin typeface="Calibri"/>
              </a:defRPr>
            </a:pPr>
            <a:r>
              <a:t>A Simple, Real-Time Solution for Stress-Free Daily Commuting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663440"/>
            <a:ext cx="10362895" cy="1463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34155"/>
                </a:solidFill>
                <a:latin typeface="Calibri"/>
              </a:defRPr>
            </a:pPr>
            <a:r>
              <a:t>•  Project Overview &amp; Live Demonstration</a:t>
            </a:r>
          </a:p>
          <a:p>
            <a:pPr>
              <a:defRPr sz="1300" b="1">
                <a:solidFill>
                  <a:srgbClr val="334155"/>
                </a:solidFill>
                <a:latin typeface="Calibri"/>
              </a:defRPr>
            </a:pPr>
            <a:r>
              <a:t>•  Built with: React, Node.js, Real-Time WebSockets &amp; Open Maps</a:t>
            </a:r>
          </a:p>
          <a:p>
            <a:pPr>
              <a:defRPr sz="1300" b="0">
                <a:solidFill>
                  <a:srgbClr val="334155"/>
                </a:solidFill>
                <a:latin typeface="Calibri"/>
              </a:defRPr>
            </a:pPr>
            <a:r>
              <a:t>•  Presented by: [Your Name / Team Names]</a:t>
            </a:r>
          </a:p>
          <a:p>
            <a:pPr>
              <a:defRPr sz="1300" b="0">
                <a:solidFill>
                  <a:srgbClr val="334155"/>
                </a:solidFill>
                <a:latin typeface="Calibri"/>
              </a:defRPr>
            </a:pPr>
            <a:r>
              <a:t>•  Guided by: [Your Project Guide / Professor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A580C"/>
                </a:solidFill>
                <a:latin typeface="Calibri"/>
              </a:defRPr>
            </a:pPr>
            <a:r>
              <a:t>THE DAILY REALITY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Calibri"/>
              </a:defRPr>
            </a:pPr>
            <a:r>
              <a:t>Have You Ever Waited at a Bus Stop Like This?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2/22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The Big Question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Did the bus already leave? Is it stuck in traffic? Will it arrive in 2 minutes or 25 minutes? Commuters have zero visibility.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Wasted Time &amp; Anxiety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People stand waiting in the rain or heat, constantly checking their watches, unsure whether to keep waiting or hire an expensive cab.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Overcrowded Stops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Because nobody knows bus timings, people bunch together at stops, leading to sudden rushes and chaotic boarding.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The Core Issue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Paper timetables and static schedule boards don't work in the real world because daily traffic is always changing.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A580C"/>
                </a:solidFill>
                <a:latin typeface="Calibri"/>
              </a:defRPr>
            </a:pPr>
            <a:r>
              <a:t>THE 3 BIG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Calibri"/>
              </a:defRPr>
            </a:pPr>
            <a:r>
              <a:t>Why Existing Solutions 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3/22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1. For Passengers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Static schedules lie. When a bus is delayed by 15 minutes, the passenger app still shows the scheduled time, breaking commuter trust.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2. For Bus Drivers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Many tracking apps require drivers to tap their phones at every single stop. Tapping a screen while driving a heavy bus is dangerous!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3. For Bus Owners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Small fleet operators manage everything through phone calls and paper notebooks. They have no live dashboard to see their buses.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4. The Cost Trap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Apps using Google Maps pay heavy fees every time someone loads a map. That makes transit systems too expensive for regular colleges or towns.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A580C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Calibri"/>
              </a:defRPr>
            </a:pPr>
            <a:r>
              <a:t>A Connected, Hands-Free Transit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4/22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Live Map for Commuters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Open the webpage on any phone or laptop. Watch the bus move smoothly along the route in real time with live arrival countdowns.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100% Hands-Free for Drivers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The driver simply hits 'Start Trip'. The system automatically marks stops as reached using smart digital geofences - zero screen tapping!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Live Owner Control Room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Bus owners get an intuitive control panel to create routes, add stops, assign buses to drivers, and monitor schedules.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Affordable &amp; Open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Built with open-source maps (OpenStreetMap &amp; Leaflet), ensuring zero monthly map licensing bills.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A580C"/>
                </a:solidFill>
                <a:latin typeface="Calibri"/>
              </a:defRPr>
            </a:pPr>
            <a:r>
              <a:t>USER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Calibri"/>
              </a:defRPr>
            </a:pPr>
            <a:r>
              <a:t>Designed for Everyone in the Transit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5/22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Commuters / Passengers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Search any route, check live bus positions on a clean map, get realistic arrival times, and tap 'I am waiting here' to get notified.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Bus Drivers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Log in with phone number, select assigned bus, and drive safely while the phone streams location quietly in the background.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Fleet Owners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Add and manage vehicles, build custom routes, arrange stops in order, and assign drivers to morning and evening shifts.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Super Administrator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Oversees the entire platform, verifies new fleet owners, and ensures smooth operation across all routes.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A580C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Calibri"/>
              </a:defRPr>
            </a:pPr>
            <a:r>
              <a:t>The Simple 3-Step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6/22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Step 1: Driver Starts Shift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The driver logs in and presses 'Start Broadcast'. The phone sends its GPS position every 3 seconds to our server.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Step 2: Smart Server Processes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The server checks if the bus is near a stop, calculates how fast it is moving, and works out arrival minutes for upcoming stops.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Step 3: Instant Passenger Update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Without needing to refresh the page, passengers see the bus pin move on their screen and arrival countdowns tick down.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Result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Smooth, instant updates in less than half a second (sub-500ms) with zero manual work from anyone.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A580C"/>
                </a:solidFill>
                <a:latin typeface="Calibri"/>
              </a:defRPr>
            </a:pPr>
            <a:r>
              <a:t>PASSENGER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Calibri"/>
              </a:defRPr>
            </a:pPr>
            <a:r>
              <a:t>Finding Your Bus in 3 Quick Taps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7/22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Instant Search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Type where you are and where you want to go. The system instantly suggests all buses running on that corridor.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Interactive Live Map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See clear color-coded markers: Green for Start, Red for Destination, and Blue for the Bus moving along the route 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Live Arrival Badges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Each stop displays a clean badge: 'Arriving in 4 mins', 'Next Stop: Main Gate', so you know exactly when to leave home.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No Login Required!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Anyone can view live buses right away without having to create an account or remember passwords. Zero friction!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A580C"/>
                </a:solidFill>
                <a:latin typeface="Calibri"/>
              </a:defRPr>
            </a:pPr>
            <a:r>
              <a:t>INTERACTIVE 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Calibri"/>
              </a:defRPr>
            </a:pPr>
            <a:r>
              <a:t>'I'm Waiting at This Stop!'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8/22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One-Tap Wait Token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When standing at a stop, commuters can tap 'I am waiting here'. The system registers their presence.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Live Passenger Count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Bus owners and drivers can see how many passengers are waiting at upcoming stops, helping prevent overcrowded stops.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Arrival Alert Prompt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When the bus gets close, a friendly prompt pops up on the commuter's phone: 'Your bus has arrived! Did you board?'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Trip History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Confirmed rides are saved under your personal trip history so you can track your daily travel routines.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A580C"/>
                </a:solidFill>
                <a:latin typeface="Calibri"/>
              </a:defRPr>
            </a:pPr>
            <a:r>
              <a:t>DRIVER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Calibri"/>
              </a:defRPr>
            </a:pPr>
            <a:r>
              <a:t>Keeping Drivers Focused on the Road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9/22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Hands-Free Operation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Distracted driving causes accidents. Our driver app is designed so the driver never has to look at the screen while driving.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One Big Button to Start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Clean, high-contrast buttons designed for easy use in sunlight. Just tap 'Start Shift' and put the phone in the dashboard mount.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Automatic Stop Progress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As the bus rolls into each stop, the app recognizes it automatically and updates the route progress hands-free.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Manual Fallback Included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If a stop doesn't have GPS coordinates saved, an easy one-tap button allows marking it manually.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A580C"/>
                </a:solidFill>
                <a:latin typeface="Calibri"/>
              </a:defRPr>
            </a:pPr>
            <a:r>
              <a:t>SMART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Calibri"/>
              </a:defRPr>
            </a:pPr>
            <a:r>
              <a:t>Geofencing Explained: The Invisible Bubble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10/22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What is a Geofence?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Imagine drawing an invisible circle with a 50-meter radius around every bus stop on the map.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Entering the Circle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When the bus's GPS enters inside this 50-meter circle, the system recognizes: 'Aha! The bus has reached Stop #3!'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Instant Notifications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Waiting passengers get an arrival chime, and the system automatically shifts focus to Stop #4.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No Double-Counting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Even if the bus waits at the stop for 3 minutes, a smart digital lock makes sure the stop is only recorded once.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A580C"/>
                </a:solidFill>
                <a:latin typeface="Calibri"/>
              </a:defRPr>
            </a:pPr>
            <a:r>
              <a:t>SMART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Calibri"/>
              </a:defRPr>
            </a:pPr>
            <a:r>
              <a:t>Realistic Arrival Times (Not Guesswork)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11/22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Adapts to Real Speed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Instead of assuming a fixed 30 km/h speed, our system watches how fast the bus is actually moving in traffic right now.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Traffic Light Filter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If the bus stops at a red signal, the system doesn't panic or say 'arrival in 99 hours' - it smoothly averages the speed.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Road Path Calculation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Measures the actual distance along the route from stop to stop, rather than drawing a misleading straight line across buildings.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Accurate Countdown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Arrival minutes update smoothly on the passenger's phone screen every few seconds.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A580C"/>
                </a:solidFill>
                <a:latin typeface="Calibri"/>
              </a:defRPr>
            </a:pPr>
            <a:r>
              <a:t>SMART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Calibri"/>
              </a:defRPr>
            </a:pPr>
            <a:r>
              <a:t>What Happens at the Final Stop? Auto-Turnaround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12/22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The Daily Reality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A bus doesn't just stop working when it reaches the final station; it turns around and starts the return journey!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The Old Hassle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In traditional systems, the driver or dispatcher has to manually re-select the reverse route on a computer.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Our Automatic Switch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The moment the bus pulls into the last stop, our server automatically flips the route into reverse (Destination -&gt; Source).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Zero Interruption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The stop counter resets to #1, and passengers waiting on the return path immediately see the bus approaching.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A580C"/>
                </a:solidFill>
                <a:latin typeface="Calibri"/>
              </a:defRPr>
            </a:pPr>
            <a:r>
              <a:t>FLEET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Calibri"/>
              </a:defRPr>
            </a:pPr>
            <a:r>
              <a:t>Fleet Owner Studio: Total Control in One 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13/22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Bus Inventory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Add new buses with categories (AC, Non-AC, Mini), and mark buses as Active, In Service, or Retired.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Custom Route Builder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Create new routes, name intermediate stops, set their correct order, and pinpoint them on the map with a click.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Driver Assignment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Assign licensed drivers to specific buses and routes in seconds with simple drop-down menus.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Live Fleet Oversight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See which buses are currently moving, who is driving them, and which routes have active trips running.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A580C"/>
                </a:solidFill>
                <a:latin typeface="Calibri"/>
              </a:defRPr>
            </a:pPr>
            <a:r>
              <a:t>ACCOUNT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Calibri"/>
              </a:defRPr>
            </a:pPr>
            <a:r>
              <a:t>Simple &amp; Safe Onboarding with Email OTP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14/22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Safe Two-Step Signup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New drivers and owners register with their email and phone number to keep the platform safe from fake accounts.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Quick 6-Digit Code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The system automatically emails a 6-digit verification code (powered by Brevo). Enter it to activate your account.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Anti-Spam Security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Verification codes expire after 10 minutes, and accounts lock after 5 wrong attempts to stop automated bots.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Password Protection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All passwords are cryptographically scrambled (bcrypt) so credentials can never be stolen or read.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A580C"/>
                </a:solidFill>
                <a:latin typeface="Calibri"/>
              </a:defRPr>
            </a:pPr>
            <a:r>
              <a:t>THE ENGINE 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Calibri"/>
              </a:defRPr>
            </a:pPr>
            <a:r>
              <a:t>The Technology Behind the App (Made Simple)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15/22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React (Frontend)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Builds the beautiful screens you see. It updates bus positions on the map smoothly without blinking or reloading.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Node.js (Backend)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The fast traffic controller that receives GPS coordinates from drivers and calculates stops in milliseconds.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WebSockets (Live Chat for Data)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Like an open phone line between the bus and passengers. As soon as the bus moves, the map updates immediately.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PostgreSQL (Database)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A rock-solid database that remembers all routes, stops, and historical trips with total reliability.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A580C"/>
                </a:solidFill>
                <a:latin typeface="Calibri"/>
              </a:defRPr>
            </a:pPr>
            <a:r>
              <a:t>SMART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Calibri"/>
              </a:defRPr>
            </a:pPr>
            <a:r>
              <a:t>Why We Chose Open-Source Maps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16/22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4297680"/>
              </a:tblGrid>
              <a:tr h="762000"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Commercial Maps (e.g. Google)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Our Choice (OpenStreetMap + Leaflet)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Usage Cost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$5 to $30 per 1,000 views (expensive!)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100% Free &amp; Open-Source (Zero monthly bills)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Credit Card Needed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Yes, mandatory cloud billing accounts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No credit cards, completely community-driven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App Weight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Heavy downloads, slower load times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Ultra-lightweight (&lt;150KB), loads instantly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Customization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Strict styling rules and branding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Full freedom to style bus icons and colors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Ideal For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Huge multi-national corporations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Colleges, city councils &amp; independent bus fleets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A580C"/>
                </a:solidFill>
                <a:latin typeface="Calibri"/>
              </a:defRPr>
            </a:pPr>
            <a:r>
              <a:t>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Calibri"/>
              </a:defRPr>
            </a:pPr>
            <a:r>
              <a:t>What If the Internet Drops?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17/22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Gentle Banner Alert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If a passenger's connection flickers, a clean yellow banner informs them: 'Reconnecting to live tracking...'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Automatic Reconnect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The system quietly tries to reconnect in the background without forcing the user to close and reopen the app.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Underpass &amp; Tunnel Shield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If a driver temporarily loses GPS under a bridge, the app remembers the last known speed and updates smoothly.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Zero Crash Policy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Network hiccups are handled gracefully - the screen never goes blank or throws scary code errors.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A580C"/>
                </a:solidFill>
                <a:latin typeface="Calibri"/>
              </a:defRPr>
            </a:pPr>
            <a:r>
              <a:t>BENCHMARKING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Calibri"/>
              </a:defRPr>
            </a:pPr>
            <a:r>
              <a:t>How Does Our Project Compare?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18/22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33731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4297680"/>
                <a:gridCol w="2674620"/>
              </a:tblGrid>
              <a:tr h="762000"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Paper / Timetable Boards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Generic Map Apps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Our Smart Bus Platform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Live Location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None (pure guesswork)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Estimated from crowd data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Direct live bus GPS stream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Arrival Countdown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Static estimated times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Generic traffic estimates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Adapts to actual bus speed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Driver Safety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Manual log sheets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Not designed for drivers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100% Hands-free auto geofencing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Commuter Demand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Unknown until bus arrives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No passenger waiting 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'Waiting at Stop' live queue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Fleet Control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Phone calls &amp; paper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None provided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Complete Owner control portal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A580C"/>
                </a:solidFill>
                <a:latin typeface="Calibri"/>
              </a:defRPr>
            </a:pPr>
            <a:r>
              <a:t>FUTURE VISIONS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Calibri"/>
              </a:defRPr>
            </a:pPr>
            <a:r>
              <a:t>Exciting Ideas for the Next 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19/22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Smart Phone Notifications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Get a lock-screen alert on your phone: 'Your regular bus is 5 minutes away from your stop, time to leave!'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Digital UPI Fare Payments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Scan a quick QR code on the bus screen or buy digital bus passes directly in the app.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Live Seat Counter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Connect simple sensors or a doorway camera to show whether the bus has: Empty Seats, Standing Room, or Full.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AI Traffic Predictions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Learn from months of trip history to predict that Monday mornings take 8 minutes longer due to market traffic.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A580C"/>
                </a:solidFill>
                <a:latin typeface="Calibri"/>
              </a:defRPr>
            </a:pPr>
            <a:r>
              <a:t>LIVE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Calibri"/>
              </a:defRPr>
            </a:pPr>
            <a:r>
              <a:t>Live Demonstration: See It in Action!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20/22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Phase 1: The Fleet Owner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We will show how an owner logs in, views their active fleet, and sees assigned drivers.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Phase 2: The Driver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We will simulate the driver starting the shift and streaming real-time location along the route.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Phase 3: The Passenger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We will watch the bus move live across the map, see the arrival minutes count down, and trigger the arrival alert!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What to Watch For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Notice how the map moves smoothly and stops update automatically with zero manual clicking!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A580C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Calibri"/>
              </a:defRPr>
            </a:pPr>
            <a:r>
              <a:t>Key Takeaways &amp;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21/22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Solved Real Commuter Pain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Eliminated waiting anxiety with accurate, live, sub-second bus tracking on an interactive map.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Protected Driver Safety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Engineered automated 50m geofencing so drivers never have to touch a screen while driving.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Empowered Bus Operators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Gave fleet owners a digital control room to manage routes, drivers, and schedules efficiently.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Zero License Costs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Built on free, open-source mapping technologies that can be deployed anywhere at zero monthly cost.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Calibri"/>
              </a:defRPr>
            </a:pPr>
            <a:r>
              <a:t>Thank You!</a:t>
            </a:r>
            <a:br/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E7490"/>
                </a:solidFill>
                <a:latin typeface="Calibri"/>
              </a:defRPr>
            </a:pPr>
            <a:r>
              <a:t>We would love to hear your thoughts, feedback, and questions.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663440"/>
            <a:ext cx="10362895" cy="1463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34155"/>
                </a:solidFill>
                <a:latin typeface="Calibri"/>
              </a:defRPr>
            </a:pPr>
            <a:r>
              <a:t>•  Project: Smart Bus Tracking &amp; Fleet Management System</a:t>
            </a:r>
          </a:p>
          <a:p>
            <a:pPr>
              <a:defRPr sz="1300" b="1">
                <a:solidFill>
                  <a:srgbClr val="334155"/>
                </a:solidFill>
                <a:latin typeface="Calibri"/>
              </a:defRPr>
            </a:pPr>
            <a:r>
              <a:t>•  Ready for Live Demonstration and Q&amp;A</a:t>
            </a:r>
          </a:p>
          <a:p>
            <a:pPr>
              <a:defRPr sz="1300" b="0">
                <a:solidFill>
                  <a:srgbClr val="334155"/>
                </a:solidFill>
                <a:latin typeface="Calibri"/>
              </a:defRPr>
            </a:pPr>
            <a:r>
              <a:t>•  Presented by: [Your Name / Team Names]</a:t>
            </a:r>
          </a:p>
          <a:p>
            <a:pPr>
              <a:defRPr sz="1300" b="0">
                <a:solidFill>
                  <a:srgbClr val="334155"/>
                </a:solidFill>
                <a:latin typeface="Calibri"/>
              </a:defRPr>
            </a:pPr>
            <a:r>
              <a:t>•  Thank you for your time and guidance!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